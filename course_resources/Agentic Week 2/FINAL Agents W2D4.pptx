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Roboto Slab"/>
      <p:regular r:id="rId11"/>
      <p:bold r:id="rId12"/>
    </p:embeddedFon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font" Target="fonts/RobotoSlab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SemiBold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fa2d7eac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fa2d7eac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dfa2d7eac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fa2d7eacf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dfa2d7eacf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dfa2d7eacf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Essential use-case: Deep 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285875"/>
            <a:ext cx="597217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657225" y="5669756"/>
            <a:ext cx="589478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Using </a:t>
            </a:r>
            <a:r>
              <a:rPr b="1" i="0" lang="en-US" sz="153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Tools</a:t>
            </a: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b="1" i="0" lang="en-US" sz="153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Structured Outputs</a:t>
            </a: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and </a:t>
            </a:r>
            <a:r>
              <a:rPr b="1" i="0" lang="en-US" sz="153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Hosted 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5" title="18_W2D5_S03_Landscape_902f242cb738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285875"/>
            <a:ext cx="6031050" cy="40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247650"/>
            <a:ext cx="6229350" cy="622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6" title="17_W2D3_S05_Square_aa10a43caba6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247650"/>
            <a:ext cx="6229350" cy="622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7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179" name="Google Shape;179;p7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30</a:t>
            </a: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98" name="Google Shape;19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