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embeddedFontLst>
    <p:embeddedFont>
      <p:font typeface="Roboto Slab"/>
      <p:regular r:id="rId17"/>
      <p:bold r:id="rId18"/>
    </p:embeddedFon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SemiBold-regular.fntdata"/><Relationship Id="rId18" Type="http://schemas.openxmlformats.org/officeDocument/2006/relationships/font" Target="fonts/RobotoSla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ddc5e58cd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3ddc5e58c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ddc5e58cd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dc5e58cd8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ddc5e58cd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dc5e58cd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dc5e58cd8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dc5e58cd8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dc5e58cd8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dc5e58cd8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dc5e58cd8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dc5e58cd8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dc5e58cd8_0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ddc5e58cd8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dc5e58cd8_0_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c5e58cd8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dc5e58cd8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dc5e58cd8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c5e58cd8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dc5e58cd8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dc5e58cd8_0_2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dc5e58cd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ddc5e58cd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ddc5e58cd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6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" name="Google Shape;2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/>
          <p:nvPr/>
        </p:nvSpPr>
        <p:spPr>
          <a:xfrm>
            <a:off x="257175" y="569595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257175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/>
          <p:nvPr/>
        </p:nvSpPr>
        <p:spPr>
          <a:xfrm>
            <a:off x="257175" y="4619625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7"/>
          <p:cNvSpPr/>
          <p:nvPr/>
        </p:nvSpPr>
        <p:spPr>
          <a:xfrm>
            <a:off x="257175" y="354330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7"/>
          <p:cNvSpPr/>
          <p:nvPr/>
        </p:nvSpPr>
        <p:spPr>
          <a:xfrm>
            <a:off x="257175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447675" y="6010276"/>
            <a:ext cx="1002978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447675" y="278130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447675" y="4933950"/>
            <a:ext cx="1002978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447675" y="3857625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447675" y="62865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1562099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1562099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1562099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1562099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1562099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2676526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2676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676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676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2676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3819526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3819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3819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819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3819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953000" y="6010276"/>
            <a:ext cx="1002976" cy="610229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953000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953000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8" name="Google Shape;88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6566550" y="6941682"/>
            <a:ext cx="15537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8"/>
          <p:cNvGrpSpPr/>
          <p:nvPr/>
        </p:nvGrpSpPr>
        <p:grpSpPr>
          <a:xfrm>
            <a:off x="1828025" y="1483188"/>
            <a:ext cx="2008200" cy="3891600"/>
            <a:chOff x="2077742" y="1511888"/>
            <a:chExt cx="2008200" cy="3891600"/>
          </a:xfrm>
        </p:grpSpPr>
        <p:sp>
          <p:nvSpPr>
            <p:cNvPr id="107" name="Google Shape;107;p8"/>
            <p:cNvSpPr/>
            <p:nvPr/>
          </p:nvSpPr>
          <p:spPr>
            <a:xfrm>
              <a:off x="2153950" y="1511888"/>
              <a:ext cx="1839600" cy="38916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 txBox="1"/>
            <p:nvPr/>
          </p:nvSpPr>
          <p:spPr>
            <a:xfrm>
              <a:off x="2077742" y="1664275"/>
              <a:ext cx="2008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Products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09" name="Google Shape;109;p8"/>
            <p:cNvSpPr txBox="1"/>
            <p:nvPr/>
          </p:nvSpPr>
          <p:spPr>
            <a:xfrm>
              <a:off x="2153950" y="2082263"/>
              <a:ext cx="1839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Non-technical people can</a:t>
              </a:r>
              <a:b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</a:t>
              </a: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AI Agents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284300" y="4166063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OpenClaw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2282300" y="3485938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Cowork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228230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283350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Design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-52233" y="1483188"/>
            <a:ext cx="2008200" cy="3891600"/>
            <a:chOff x="100167" y="1520900"/>
            <a:chExt cx="2008200" cy="3891600"/>
          </a:xfrm>
        </p:grpSpPr>
        <p:grpSp>
          <p:nvGrpSpPr>
            <p:cNvPr id="115" name="Google Shape;115;p8"/>
            <p:cNvGrpSpPr/>
            <p:nvPr/>
          </p:nvGrpSpPr>
          <p:grpSpPr>
            <a:xfrm>
              <a:off x="100167" y="1520900"/>
              <a:ext cx="2008200" cy="3891600"/>
              <a:chOff x="100167" y="1520900"/>
              <a:chExt cx="2008200" cy="3891600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Builders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18" name="Google Shape;118;p8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Non-technical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306725" y="4175075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OpenAI Agent Builder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04725" y="3494950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ElevenLabs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304725" y="2843525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n8n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22" name="Google Shape;122;p8"/>
            <p:cNvSpPr/>
            <p:nvPr/>
          </p:nvSpPr>
          <p:spPr>
            <a:xfrm>
              <a:off x="327425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CrewAI Studio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3708283" y="1483188"/>
            <a:ext cx="2008200" cy="3891600"/>
            <a:chOff x="4099842" y="1483188"/>
            <a:chExt cx="2008200" cy="3891600"/>
          </a:xfrm>
        </p:grpSpPr>
        <p:grpSp>
          <p:nvGrpSpPr>
            <p:cNvPr id="124" name="Google Shape;124;p8"/>
            <p:cNvGrpSpPr/>
            <p:nvPr/>
          </p:nvGrpSpPr>
          <p:grpSpPr>
            <a:xfrm>
              <a:off x="4099842" y="1483188"/>
              <a:ext cx="2008200" cy="3891600"/>
              <a:chOff x="100167" y="1520900"/>
              <a:chExt cx="2008200" cy="3891600"/>
            </a:xfrm>
          </p:grpSpPr>
          <p:sp>
            <p:nvSpPr>
              <p:cNvPr id="125" name="Google Shape;125;p8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8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Runtimes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27" name="Google Shape;127;p8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execute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Vertex AI Agent Engine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Claude Managed Agents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AWS Bedrock AgentCore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31" name="Google Shape;131;p8"/>
            <p:cNvSpPr/>
            <p:nvPr/>
          </p:nvSpPr>
          <p:spPr>
            <a:xfrm>
              <a:off x="43260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AWS Lambda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5588542" y="1483188"/>
            <a:ext cx="2008200" cy="3891600"/>
            <a:chOff x="6121942" y="1483188"/>
            <a:chExt cx="2008200" cy="3891600"/>
          </a:xfrm>
        </p:grpSpPr>
        <p:sp>
          <p:nvSpPr>
            <p:cNvPr id="133" name="Google Shape;133;p8"/>
            <p:cNvSpPr/>
            <p:nvPr/>
          </p:nvSpPr>
          <p:spPr>
            <a:xfrm>
              <a:off x="6566550" y="41603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LangGraph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" name="Google Shape;134;p8"/>
            <p:cNvGrpSpPr/>
            <p:nvPr/>
          </p:nvGrpSpPr>
          <p:grpSpPr>
            <a:xfrm>
              <a:off x="6121942" y="1483188"/>
              <a:ext cx="2008200" cy="3891600"/>
              <a:chOff x="100167" y="1520900"/>
              <a:chExt cx="2008200" cy="3891600"/>
            </a:xfrm>
          </p:grpSpPr>
          <p:sp>
            <p:nvSpPr>
              <p:cNvPr id="135" name="Google Shape;135;p8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8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Frameworks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37" name="Google Shape;137;p8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develop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Google ADK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LangGraph / LangChain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CrewAI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41" name="Google Shape;141;p8"/>
            <p:cNvSpPr/>
            <p:nvPr/>
          </p:nvSpPr>
          <p:spPr>
            <a:xfrm>
              <a:off x="63481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OpenAI Agents SDK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2" name="Google Shape;142;p8"/>
          <p:cNvSpPr/>
          <p:nvPr/>
        </p:nvSpPr>
        <p:spPr>
          <a:xfrm>
            <a:off x="327425" y="306925"/>
            <a:ext cx="7037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Landscape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27425" y="1003851"/>
            <a:ext cx="6072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Different types of offering related to AI Agents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87000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Builder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0839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Coder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96417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Production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8444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b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Agentic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9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58" name="Google Shape;158;p9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9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61" name="Google Shape;161;p9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9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64" name="Google Shape;164;p9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9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67" name="Google Shape;167;p9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9"/>
          <p:cNvSpPr/>
          <p:nvPr/>
        </p:nvSpPr>
        <p:spPr>
          <a:xfrm>
            <a:off x="360100" y="5554392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Many more! By the end, I will tell you how to pick the right one for your project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9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71" name="Google Shape;171;p9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9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74" name="Google Shape;174;p9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theory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76250" y="1008906"/>
            <a:ext cx="1133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An LLM Equiped with a tool seems magical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" name="Google Shape;185;p10"/>
          <p:cNvCxnSpPr>
            <a:endCxn id="186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6" name="Google Shape;186;p10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750562" y="375287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4132899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90" name="Google Shape;190;p10"/>
          <p:cNvCxnSpPr>
            <a:stCxn id="186" idx="6"/>
            <a:endCxn id="187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91" name="Google Shape;191;p10"/>
          <p:cNvCxnSpPr>
            <a:stCxn id="188" idx="0"/>
            <a:endCxn id="187" idx="4"/>
          </p:cNvCxnSpPr>
          <p:nvPr/>
        </p:nvCxnSpPr>
        <p:spPr>
          <a:xfrm rot="10800000">
            <a:off x="5603312" y="3377575"/>
            <a:ext cx="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</a:t>
            </a: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practice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76250" y="1008906"/>
            <a:ext cx="1133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reality is more mundane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1" name="Google Shape;201;p11"/>
          <p:cNvCxnSpPr>
            <a:endCxn id="202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2" name="Google Shape;202;p11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613395" y="375282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2050932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06" name="Google Shape;206;p11"/>
          <p:cNvCxnSpPr>
            <a:stCxn id="202" idx="6"/>
            <a:endCxn id="203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07" name="Google Shape;207;p11"/>
          <p:cNvCxnSpPr>
            <a:stCxn id="204" idx="0"/>
            <a:endCxn id="202" idx="4"/>
          </p:cNvCxnSpPr>
          <p:nvPr/>
        </p:nvCxnSpPr>
        <p:spPr>
          <a:xfrm rot="10800000">
            <a:off x="3466145" y="3377525"/>
            <a:ext cx="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Feels Like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180375" y="3717086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2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2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9" name="Google Shape;219;p12"/>
          <p:cNvCxnSpPr>
            <a:endCxn id="216" idx="0"/>
          </p:cNvCxnSpPr>
          <p:nvPr/>
        </p:nvCxnSpPr>
        <p:spPr>
          <a:xfrm>
            <a:off x="4065375" y="3316286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Is Actually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62925" y="3717011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13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3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1" name="Google Shape;231;p13"/>
          <p:cNvCxnSpPr>
            <a:endCxn id="228" idx="0"/>
          </p:cNvCxnSpPr>
          <p:nvPr/>
        </p:nvCxnSpPr>
        <p:spPr>
          <a:xfrm>
            <a:off x="1547925" y="3316211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4" title="12_W1D5_S09_Square_aa10a43caba6-2_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25" y="140913"/>
            <a:ext cx="6576174" cy="657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/>
          <p:nvPr/>
        </p:nvSpPr>
        <p:spPr>
          <a:xfrm>
            <a:off x="257177" y="5695950"/>
            <a:ext cx="5936929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257177" y="2466975"/>
            <a:ext cx="5936929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257177" y="4619625"/>
            <a:ext cx="5936929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257177" y="3543300"/>
            <a:ext cx="5936929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257177" y="314325"/>
            <a:ext cx="5936929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447677" y="6010276"/>
            <a:ext cx="1002972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47677" y="278130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447677" y="4933950"/>
            <a:ext cx="1002972" cy="610229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447677" y="3857625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447677" y="62865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1562103" y="6010276"/>
            <a:ext cx="1002972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1562103" y="278130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1562103" y="4933950"/>
            <a:ext cx="1002972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1562103" y="3857625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1562103" y="62865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2676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2676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2676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2676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2676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3819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3819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3819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819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3819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953000" y="6010276"/>
            <a:ext cx="1002980" cy="610229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953000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953000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4953000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4953000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5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04" name="Google Shape;304;p15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23" name="Google Shape;32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