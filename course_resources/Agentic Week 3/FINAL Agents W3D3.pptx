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Roboto Slab"/>
      <p:regular r:id="rId12"/>
      <p:bold r:id="rId13"/>
    </p:embeddedFont>
    <p:embeddedFont>
      <p:font typeface="Montserrat SemiBold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Montserrat-boldItalic.fntdata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5" Type="http://schemas.openxmlformats.org/officeDocument/2006/relationships/slide" Target="slides/slide1.xml"/><Relationship Id="rId19" Type="http://schemas.openxmlformats.org/officeDocument/2006/relationships/font" Target="fonts/Montserrat-bold.fntdata"/><Relationship Id="rId6" Type="http://schemas.openxmlformats.org/officeDocument/2006/relationships/slide" Target="slides/slide2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0ba5377c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0ba5377c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0ba5377c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0ba5377c4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e0ba5377c4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0ba5377c4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0ba5377c4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g3e0ba5377c4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e0ba5377c4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3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3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Five Steps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5"/>
          <p:cNvGrpSpPr/>
          <p:nvPr/>
        </p:nvGrpSpPr>
        <p:grpSpPr>
          <a:xfrm>
            <a:off x="652462" y="1900833"/>
            <a:ext cx="4428828" cy="502816"/>
            <a:chOff x="652462" y="1900833"/>
            <a:chExt cx="4428828" cy="502816"/>
          </a:xfrm>
        </p:grpSpPr>
        <p:sp>
          <p:nvSpPr>
            <p:cNvPr id="104" name="Google Shape;104;p5"/>
            <p:cNvSpPr/>
            <p:nvPr/>
          </p:nvSpPr>
          <p:spPr>
            <a:xfrm>
              <a:off x="1247775" y="1916088"/>
              <a:ext cx="3833515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Create the project with: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crewai create crew my_project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4d743662.png" id="105" name="Google Shape;105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2462" y="1900833"/>
              <a:ext cx="171450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" name="Google Shape;106;p5"/>
          <p:cNvGrpSpPr/>
          <p:nvPr/>
        </p:nvGrpSpPr>
        <p:grpSpPr>
          <a:xfrm>
            <a:off x="615256" y="2767310"/>
            <a:ext cx="4599161" cy="522164"/>
            <a:chOff x="615256" y="2767310"/>
            <a:chExt cx="4599161" cy="522164"/>
          </a:xfrm>
        </p:grpSpPr>
        <p:sp>
          <p:nvSpPr>
            <p:cNvPr id="107" name="Google Shape;107;p5"/>
            <p:cNvSpPr/>
            <p:nvPr/>
          </p:nvSpPr>
          <p:spPr>
            <a:xfrm>
              <a:off x="1247775" y="2801913"/>
              <a:ext cx="3966642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Fill in the config yaml files to define the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1" i="0" lang="en-US" sz="135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and </a:t>
              </a:r>
              <a:r>
                <a:rPr b="1" i="0" lang="en-US" sz="135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Tasks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53849f9e.png" id="108" name="Google Shape;108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256" y="2767310"/>
              <a:ext cx="314325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" name="Google Shape;109;p5"/>
          <p:cNvGrpSpPr/>
          <p:nvPr/>
        </p:nvGrpSpPr>
        <p:grpSpPr>
          <a:xfrm>
            <a:off x="622696" y="3648671"/>
            <a:ext cx="5018268" cy="488528"/>
            <a:chOff x="622696" y="3648671"/>
            <a:chExt cx="5018268" cy="488528"/>
          </a:xfrm>
        </p:grpSpPr>
        <p:sp>
          <p:nvSpPr>
            <p:cNvPr id="110" name="Google Shape;110;p5"/>
            <p:cNvSpPr/>
            <p:nvPr/>
          </p:nvSpPr>
          <p:spPr>
            <a:xfrm>
              <a:off x="1247775" y="3649638"/>
              <a:ext cx="4393189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Complete the crew.py module to create the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1" i="0" lang="en-US" sz="135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, </a:t>
              </a:r>
              <a:r>
                <a:rPr b="1" i="0" lang="en-US" sz="135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Tasks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and </a:t>
              </a:r>
              <a:r>
                <a:rPr b="1" i="0" lang="en-US" sz="135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</a:t>
              </a: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, referencing the config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45ee6fde.png" id="111" name="Google Shape;111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696" y="3648671"/>
              <a:ext cx="304800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2" name="Google Shape;112;p5"/>
          <p:cNvGrpSpPr/>
          <p:nvPr/>
        </p:nvGrpSpPr>
        <p:grpSpPr>
          <a:xfrm>
            <a:off x="600374" y="4522589"/>
            <a:ext cx="4950097" cy="447675"/>
            <a:chOff x="600374" y="4522589"/>
            <a:chExt cx="4950097" cy="447675"/>
          </a:xfrm>
        </p:grpSpPr>
        <p:sp>
          <p:nvSpPr>
            <p:cNvPr id="113" name="Google Shape;113;p5"/>
            <p:cNvSpPr/>
            <p:nvPr/>
          </p:nvSpPr>
          <p:spPr>
            <a:xfrm>
              <a:off x="1247775" y="4611663"/>
              <a:ext cx="4302696" cy="243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Update main.py to set any inputs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576e8a62.png" id="114" name="Google Shape;114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00374" y="4522589"/>
              <a:ext cx="352425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" name="Google Shape;115;p5"/>
          <p:cNvGrpSpPr/>
          <p:nvPr/>
        </p:nvGrpSpPr>
        <p:grpSpPr>
          <a:xfrm>
            <a:off x="626316" y="5373663"/>
            <a:ext cx="4924155" cy="487561"/>
            <a:chOff x="626316" y="5373663"/>
            <a:chExt cx="4924155" cy="487561"/>
          </a:xfrm>
        </p:grpSpPr>
        <p:sp>
          <p:nvSpPr>
            <p:cNvPr id="116" name="Google Shape;116;p5"/>
            <p:cNvSpPr/>
            <p:nvPr/>
          </p:nvSpPr>
          <p:spPr>
            <a:xfrm>
              <a:off x="1247775" y="5373663"/>
              <a:ext cx="4302696" cy="4875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Run with:</a:t>
              </a:r>
              <a:b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</a:br>
              <a:r>
                <a:rPr b="0" i="0" lang="en-US" sz="1350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crewai run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480547de.png" id="117" name="Google Shape;117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26316" y="5396507"/>
              <a:ext cx="304800" cy="447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Going deeper again..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" name="Google Shape;124;p6"/>
          <p:cNvGrpSpPr/>
          <p:nvPr/>
        </p:nvGrpSpPr>
        <p:grpSpPr>
          <a:xfrm>
            <a:off x="466725" y="2677418"/>
            <a:ext cx="1760265" cy="1120750"/>
            <a:chOff x="466725" y="2677418"/>
            <a:chExt cx="1760265" cy="1120750"/>
          </a:xfrm>
        </p:grpSpPr>
        <p:sp>
          <p:nvSpPr>
            <p:cNvPr id="125" name="Google Shape;125;p6"/>
            <p:cNvSpPr/>
            <p:nvPr/>
          </p:nvSpPr>
          <p:spPr>
            <a:xfrm>
              <a:off x="466725" y="3554388"/>
              <a:ext cx="1760265" cy="243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Structured outputs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aaa25de.png" id="126" name="Google Shape;126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4875" y="2677418"/>
              <a:ext cx="485775" cy="561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7" name="Google Shape;127;p6"/>
          <p:cNvGrpSpPr/>
          <p:nvPr/>
        </p:nvGrpSpPr>
        <p:grpSpPr>
          <a:xfrm>
            <a:off x="2581275" y="2677413"/>
            <a:ext cx="1186681" cy="1120755"/>
            <a:chOff x="2581275" y="2677413"/>
            <a:chExt cx="1186681" cy="1120755"/>
          </a:xfrm>
        </p:grpSpPr>
        <p:sp>
          <p:nvSpPr>
            <p:cNvPr id="128" name="Google Shape;128;p6"/>
            <p:cNvSpPr/>
            <p:nvPr/>
          </p:nvSpPr>
          <p:spPr>
            <a:xfrm>
              <a:off x="2581275" y="3554388"/>
              <a:ext cx="1186681" cy="243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Custom Tool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476b921e.png" id="129" name="Google Shape;129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73264" y="2677413"/>
              <a:ext cx="523875" cy="5619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" name="Google Shape;130;p6"/>
          <p:cNvGrpSpPr/>
          <p:nvPr/>
        </p:nvGrpSpPr>
        <p:grpSpPr>
          <a:xfrm>
            <a:off x="4191000" y="2801247"/>
            <a:ext cx="2058888" cy="996921"/>
            <a:chOff x="4191000" y="2801247"/>
            <a:chExt cx="2058888" cy="996921"/>
          </a:xfrm>
        </p:grpSpPr>
        <p:sp>
          <p:nvSpPr>
            <p:cNvPr id="131" name="Google Shape;131;p6"/>
            <p:cNvSpPr/>
            <p:nvPr/>
          </p:nvSpPr>
          <p:spPr>
            <a:xfrm>
              <a:off x="4191000" y="3554388"/>
              <a:ext cx="2058888" cy="243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Hierarchical process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60ceab9e.png" id="132" name="Google Shape;132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626767" y="2801247"/>
              <a:ext cx="609600" cy="571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3" name="Google Shape;133;p6"/>
          <p:cNvSpPr txBox="1"/>
          <p:nvPr/>
        </p:nvSpPr>
        <p:spPr>
          <a:xfrm>
            <a:off x="789825" y="4480450"/>
            <a:ext cx="5386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..and an improved CrewAI feature: </a:t>
            </a:r>
            <a:r>
              <a:rPr b="1" lang="en-US" sz="135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unified memory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Connecting </a:t>
            </a: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your traces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0" name="Google Shape;140;p7"/>
          <p:cNvGrpSpPr/>
          <p:nvPr/>
        </p:nvGrpSpPr>
        <p:grpSpPr>
          <a:xfrm>
            <a:off x="652462" y="1900833"/>
            <a:ext cx="4428713" cy="502755"/>
            <a:chOff x="652462" y="1900833"/>
            <a:chExt cx="4428713" cy="502755"/>
          </a:xfrm>
        </p:grpSpPr>
        <p:sp>
          <p:nvSpPr>
            <p:cNvPr id="141" name="Google Shape;141;p7"/>
            <p:cNvSpPr/>
            <p:nvPr/>
          </p:nvSpPr>
          <p:spPr>
            <a:xfrm>
              <a:off x="1247775" y="1916088"/>
              <a:ext cx="38334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Visit </a:t>
              </a:r>
              <a:r>
                <a:rPr b="1" lang="en-US" sz="1350">
                  <a:solidFill>
                    <a:srgbClr val="00B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https://app.crewai.com</a:t>
              </a: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and sign up for a free account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4d743662.png" id="142" name="Google Shape;142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2462" y="1900833"/>
              <a:ext cx="171450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" name="Google Shape;143;p7"/>
          <p:cNvGrpSpPr/>
          <p:nvPr/>
        </p:nvGrpSpPr>
        <p:grpSpPr>
          <a:xfrm>
            <a:off x="615256" y="2764489"/>
            <a:ext cx="4599119" cy="487500"/>
            <a:chOff x="615256" y="2764489"/>
            <a:chExt cx="4599119" cy="487500"/>
          </a:xfrm>
        </p:grpSpPr>
        <p:sp>
          <p:nvSpPr>
            <p:cNvPr id="144" name="Google Shape;144;p7"/>
            <p:cNvSpPr/>
            <p:nvPr/>
          </p:nvSpPr>
          <p:spPr>
            <a:xfrm>
              <a:off x="1247775" y="2764489"/>
              <a:ext cx="39666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In the Terminal in Cursor, run </a:t>
              </a:r>
              <a:r>
                <a:rPr b="1" lang="en-US" sz="1350">
                  <a:solidFill>
                    <a:srgbClr val="FFD7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crewai login </a:t>
              </a: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to connect 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-53849f9e.png" id="145" name="Google Shape;14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256" y="2767310"/>
              <a:ext cx="314325" cy="4476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6" name="Google Shape;146;p7"/>
          <p:cNvGrpSpPr/>
          <p:nvPr/>
        </p:nvGrpSpPr>
        <p:grpSpPr>
          <a:xfrm>
            <a:off x="622696" y="3594094"/>
            <a:ext cx="5018279" cy="606398"/>
            <a:chOff x="622696" y="3594094"/>
            <a:chExt cx="5018279" cy="606398"/>
          </a:xfrm>
        </p:grpSpPr>
        <p:sp>
          <p:nvSpPr>
            <p:cNvPr id="147" name="Google Shape;147;p7"/>
            <p:cNvSpPr/>
            <p:nvPr/>
          </p:nvSpPr>
          <p:spPr>
            <a:xfrm>
              <a:off x="1247775" y="3594094"/>
              <a:ext cx="4393200" cy="48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Either set </a:t>
              </a:r>
              <a:r>
                <a:rPr b="1" lang="en-US" sz="13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tracing=True</a:t>
              </a: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in the Crew() constructor</a:t>
              </a:r>
              <a:endParaRPr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or </a:t>
              </a:r>
              <a:r>
                <a:rPr b="1" lang="en-US" sz="13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CREWAI_TRACING_ENABLED=true</a:t>
              </a: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 env variable</a:t>
              </a:r>
              <a:endParaRPr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or </a:t>
              </a:r>
              <a:r>
                <a:rPr b="1" lang="en-US" sz="1350">
                  <a:solidFill>
                    <a:srgbClr val="FF7800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crewai tracing enable</a:t>
              </a:r>
              <a:endParaRPr b="1" sz="135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  <a:p>
              <a:pPr indent="0" lvl="0" marL="0" marR="0" rtl="0" algn="l">
                <a:lnSpc>
                  <a:spcPct val="142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pic>
          <p:nvPicPr>
            <p:cNvPr descr="-45ee6fde.png" id="148" name="Google Shape;148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2696" y="3752817"/>
              <a:ext cx="304800" cy="4476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47674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47674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47674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47674" y="3857625"/>
            <a:ext cx="1002976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47674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2676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2676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2667000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2676528" y="3857625"/>
            <a:ext cx="1002976" cy="610231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2676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3819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3819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819528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3819528" y="3857625"/>
            <a:ext cx="1002976" cy="610231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819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" name="Google Shape;214;p8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215" name="Google Shape;215;p8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FFD700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43%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34" name="Google Shape;23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