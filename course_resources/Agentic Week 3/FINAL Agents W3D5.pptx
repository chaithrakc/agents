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Roboto Slab"/>
      <p:regular r:id="rId11"/>
      <p:bold r:id="rId12"/>
    </p:embeddedFon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font" Target="fonts/RobotoSlab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17bc1727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17bc1727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17bc1727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17bc1727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e17bc1727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e17bc17275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Engineering 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5"/>
          <p:cNvGrpSpPr/>
          <p:nvPr/>
        </p:nvGrpSpPr>
        <p:grpSpPr>
          <a:xfrm>
            <a:off x="496191" y="1826417"/>
            <a:ext cx="4585099" cy="609600"/>
            <a:chOff x="496191" y="1826417"/>
            <a:chExt cx="4585099" cy="609600"/>
          </a:xfrm>
        </p:grpSpPr>
        <p:sp>
          <p:nvSpPr>
            <p:cNvPr id="104" name="Google Shape;104;p5"/>
            <p:cNvSpPr/>
            <p:nvPr/>
          </p:nvSpPr>
          <p:spPr>
            <a:xfrm>
              <a:off x="1247775" y="1916088"/>
              <a:ext cx="3833515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Engineering Lead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180db81e.png" id="105" name="Google Shape;10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6191" y="1826417"/>
              <a:ext cx="552450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5"/>
          <p:cNvGrpSpPr/>
          <p:nvPr/>
        </p:nvGrpSpPr>
        <p:grpSpPr>
          <a:xfrm>
            <a:off x="525956" y="2700335"/>
            <a:ext cx="4688461" cy="609600"/>
            <a:chOff x="525956" y="2700335"/>
            <a:chExt cx="4688461" cy="609600"/>
          </a:xfrm>
        </p:grpSpPr>
        <p:sp>
          <p:nvSpPr>
            <p:cNvPr id="107" name="Google Shape;107;p5"/>
            <p:cNvSpPr/>
            <p:nvPr/>
          </p:nvSpPr>
          <p:spPr>
            <a:xfrm>
              <a:off x="1247775" y="2801913"/>
              <a:ext cx="3966642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Backend Engineer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3543c45e.png" id="108" name="Google Shape;108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5956" y="2700335"/>
              <a:ext cx="495300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5"/>
          <p:cNvGrpSpPr/>
          <p:nvPr/>
        </p:nvGrpSpPr>
        <p:grpSpPr>
          <a:xfrm>
            <a:off x="548282" y="3574256"/>
            <a:ext cx="5002189" cy="609600"/>
            <a:chOff x="548282" y="3574256"/>
            <a:chExt cx="5002189" cy="609600"/>
          </a:xfrm>
        </p:grpSpPr>
        <p:sp>
          <p:nvSpPr>
            <p:cNvPr id="110" name="Google Shape;110;p5"/>
            <p:cNvSpPr/>
            <p:nvPr/>
          </p:nvSpPr>
          <p:spPr>
            <a:xfrm>
              <a:off x="1247775" y="3649638"/>
              <a:ext cx="4302696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Frontend Engineer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79d72222.png" id="111" name="Google Shape;11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8282" y="3574256"/>
              <a:ext cx="447675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" name="Google Shape;112;p5"/>
          <p:cNvGrpSpPr/>
          <p:nvPr/>
        </p:nvGrpSpPr>
        <p:grpSpPr>
          <a:xfrm>
            <a:off x="592931" y="4455616"/>
            <a:ext cx="4957540" cy="581025"/>
            <a:chOff x="592931" y="4455616"/>
            <a:chExt cx="4957540" cy="581025"/>
          </a:xfrm>
        </p:grpSpPr>
        <p:sp>
          <p:nvSpPr>
            <p:cNvPr id="113" name="Google Shape;113;p5"/>
            <p:cNvSpPr/>
            <p:nvPr/>
          </p:nvSpPr>
          <p:spPr>
            <a:xfrm>
              <a:off x="1247775" y="4611663"/>
              <a:ext cx="4302696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Test Engineer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160538de.png" id="114" name="Google Shape;114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2931" y="4455616"/>
              <a:ext cx="361950" cy="581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team is hiring...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247775" y="1916088"/>
            <a:ext cx="383351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Engineering Lead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247775" y="2801913"/>
            <a:ext cx="396664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Backend Engineer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247775" y="3649638"/>
            <a:ext cx="430269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Frontend Engineer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247775" y="4611663"/>
            <a:ext cx="430269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Test Engineer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62025" y="6230913"/>
            <a:ext cx="430269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MORE!!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180db81e.png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91" y="1826417"/>
            <a:ext cx="5524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3543c45e.png"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956" y="2700335"/>
            <a:ext cx="4953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9d72222.png" id="128" name="Google Shape;12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282" y="3574256"/>
            <a:ext cx="44767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160538de.png" id="129" name="Google Shape;12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934" y="4455616"/>
            <a:ext cx="3619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2aa1781e.png" id="130" name="Google Shape;13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91" y="5435501"/>
            <a:ext cx="5619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3005fd9e.png" id="131" name="Google Shape;131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48691" y="5435503"/>
            <a:ext cx="56197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7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198" name="Google Shape;198;p7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50</a:t>
            </a: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17" name="Google Shape;21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