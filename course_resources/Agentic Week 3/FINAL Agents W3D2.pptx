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b7d6a8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ab7d6a8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ab7d6a8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b7d6a81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9ab7d6a81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9ab7d6a81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536130" y="1430536"/>
            <a:ext cx="3980454" cy="1296963"/>
            <a:chOff x="536130" y="1430536"/>
            <a:chExt cx="3980454" cy="1296963"/>
          </a:xfrm>
        </p:grpSpPr>
        <p:sp>
          <p:nvSpPr>
            <p:cNvPr id="104" name="Google Shape;104;p5"/>
            <p:cNvSpPr/>
            <p:nvPr/>
          </p:nvSpPr>
          <p:spPr>
            <a:xfrm>
              <a:off x="536130" y="2239938"/>
              <a:ext cx="3980454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an autonomous unit, with an LLM, a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role, a goal, a backstory, memory, tools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1f8eba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89844" y="1430536"/>
              <a:ext cx="647700" cy="638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428719" y="3067943"/>
            <a:ext cx="4195055" cy="1250231"/>
            <a:chOff x="428719" y="3067943"/>
            <a:chExt cx="4195055" cy="1250231"/>
          </a:xfrm>
        </p:grpSpPr>
        <p:sp>
          <p:nvSpPr>
            <p:cNvPr id="107" name="Google Shape;107;p5"/>
            <p:cNvSpPr/>
            <p:nvPr/>
          </p:nvSpPr>
          <p:spPr>
            <a:xfrm>
              <a:off x="428719" y="3830613"/>
              <a:ext cx="419505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 specific assignment to be carried out,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 a description, expected output, agent 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99bdf1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74961" y="3067943"/>
              <a:ext cx="6762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354653" y="4695527"/>
            <a:ext cx="4336340" cy="1542827"/>
            <a:chOff x="354653" y="4695527"/>
            <a:chExt cx="4336340" cy="1542827"/>
          </a:xfrm>
        </p:grpSpPr>
        <p:sp>
          <p:nvSpPr>
            <p:cNvPr id="110" name="Google Shape;110;p5"/>
            <p:cNvSpPr/>
            <p:nvPr/>
          </p:nvSpPr>
          <p:spPr>
            <a:xfrm>
              <a:off x="354653" y="5507013"/>
              <a:ext cx="4336340" cy="731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 team of </a:t>
              </a: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; either: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Sequential: run tasks in order they are defined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Hierarchical: use a Manager LLM to assign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bf8f25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19610" y="4695527"/>
              <a:ext cx="581025" cy="609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Five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6"/>
          <p:cNvGrpSpPr/>
          <p:nvPr/>
        </p:nvGrpSpPr>
        <p:grpSpPr>
          <a:xfrm>
            <a:off x="652465" y="1900833"/>
            <a:ext cx="4428825" cy="502816"/>
            <a:chOff x="652465" y="1900833"/>
            <a:chExt cx="4428825" cy="502816"/>
          </a:xfrm>
        </p:grpSpPr>
        <p:sp>
          <p:nvSpPr>
            <p:cNvPr id="119" name="Google Shape;119;p6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20" name="Google Shape;12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5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15253" y="2767310"/>
            <a:ext cx="4599164" cy="522164"/>
            <a:chOff x="615253" y="2767310"/>
            <a:chExt cx="4599164" cy="522164"/>
          </a:xfrm>
        </p:grpSpPr>
        <p:sp>
          <p:nvSpPr>
            <p:cNvPr id="122" name="Google Shape;122;p6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23" name="Google Shape;12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3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6"/>
          <p:cNvGrpSpPr/>
          <p:nvPr/>
        </p:nvGrpSpPr>
        <p:grpSpPr>
          <a:xfrm>
            <a:off x="622699" y="3648671"/>
            <a:ext cx="5018261" cy="488528"/>
            <a:chOff x="622699" y="3648671"/>
            <a:chExt cx="5018261" cy="488528"/>
          </a:xfrm>
        </p:grpSpPr>
        <p:sp>
          <p:nvSpPr>
            <p:cNvPr id="125" name="Google Shape;125;p6"/>
            <p:cNvSpPr/>
            <p:nvPr/>
          </p:nvSpPr>
          <p:spPr>
            <a:xfrm>
              <a:off x="1247775" y="3649638"/>
              <a:ext cx="439318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26" name="Google Shape;126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9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600374" y="4522589"/>
            <a:ext cx="4950001" cy="447675"/>
            <a:chOff x="600374" y="4522589"/>
            <a:chExt cx="4950001" cy="447675"/>
          </a:xfrm>
        </p:grpSpPr>
        <p:sp>
          <p:nvSpPr>
            <p:cNvPr id="128" name="Google Shape;128;p6"/>
            <p:cNvSpPr/>
            <p:nvPr/>
          </p:nvSpPr>
          <p:spPr>
            <a:xfrm>
              <a:off x="1247775" y="4611663"/>
              <a:ext cx="43026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29" name="Google Shape;12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626313" y="5373663"/>
            <a:ext cx="4924158" cy="487561"/>
            <a:chOff x="626313" y="5373663"/>
            <a:chExt cx="4924158" cy="487561"/>
          </a:xfrm>
        </p:grpSpPr>
        <p:sp>
          <p:nvSpPr>
            <p:cNvPr id="131" name="Google Shape;131;p6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32" name="Google Shape;132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3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48d9622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767" y="2332437"/>
            <a:ext cx="5048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1724025" y="2254002"/>
            <a:ext cx="3842559" cy="59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Tools</a:t>
            </a:r>
            <a:b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Equiping agents with capabilities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6bac1b9e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053" y="4204047"/>
            <a:ext cx="2571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724025" y="4216152"/>
            <a:ext cx="4758278" cy="59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Context</a:t>
            </a:r>
            <a:b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Information passed from 1 task to another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09" name="Google Shape;209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8" name="Google Shape;22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