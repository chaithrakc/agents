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0e37a4ff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0e37a4ff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0e37a4ff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0e37a4ff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e0e37a4ff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0e37a4ff1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With apologies for the repetition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652462" y="1900833"/>
            <a:ext cx="4428828" cy="502816"/>
            <a:chOff x="652462" y="1900833"/>
            <a:chExt cx="4428828" cy="502816"/>
          </a:xfrm>
        </p:grpSpPr>
        <p:sp>
          <p:nvSpPr>
            <p:cNvPr id="104" name="Google Shape;104;p5"/>
            <p:cNvSpPr/>
            <p:nvPr/>
          </p:nvSpPr>
          <p:spPr>
            <a:xfrm>
              <a:off x="1247775" y="1916088"/>
              <a:ext cx="383351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the project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create crew my_project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2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615256" y="2767310"/>
            <a:ext cx="4599161" cy="522164"/>
            <a:chOff x="615256" y="2767310"/>
            <a:chExt cx="4599161" cy="522164"/>
          </a:xfrm>
        </p:grpSpPr>
        <p:sp>
          <p:nvSpPr>
            <p:cNvPr id="107" name="Google Shape;107;p5"/>
            <p:cNvSpPr/>
            <p:nvPr/>
          </p:nvSpPr>
          <p:spPr>
            <a:xfrm>
              <a:off x="1247775" y="2801913"/>
              <a:ext cx="3966642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Fill in the config yaml files to define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6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622696" y="3648671"/>
            <a:ext cx="5018268" cy="488528"/>
            <a:chOff x="622696" y="3648671"/>
            <a:chExt cx="5018268" cy="488528"/>
          </a:xfrm>
        </p:grpSpPr>
        <p:sp>
          <p:nvSpPr>
            <p:cNvPr id="110" name="Google Shape;110;p5"/>
            <p:cNvSpPr/>
            <p:nvPr/>
          </p:nvSpPr>
          <p:spPr>
            <a:xfrm>
              <a:off x="1247775" y="3649638"/>
              <a:ext cx="4393189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Complete the crew.py module to create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referencing the config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5ee6fde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6" y="3648671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5"/>
          <p:cNvGrpSpPr/>
          <p:nvPr/>
        </p:nvGrpSpPr>
        <p:grpSpPr>
          <a:xfrm>
            <a:off x="600374" y="4522589"/>
            <a:ext cx="4950097" cy="447675"/>
            <a:chOff x="600374" y="4522589"/>
            <a:chExt cx="4950097" cy="447675"/>
          </a:xfrm>
        </p:grpSpPr>
        <p:sp>
          <p:nvSpPr>
            <p:cNvPr id="113" name="Google Shape;113;p5"/>
            <p:cNvSpPr/>
            <p:nvPr/>
          </p:nvSpPr>
          <p:spPr>
            <a:xfrm>
              <a:off x="1247775" y="4611663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Update main.py to set any inputs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76e8a62.png" id="114" name="Google Shape;11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374" y="4522589"/>
              <a:ext cx="3524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5"/>
          <p:cNvGrpSpPr/>
          <p:nvPr/>
        </p:nvGrpSpPr>
        <p:grpSpPr>
          <a:xfrm>
            <a:off x="626316" y="5373663"/>
            <a:ext cx="4924155" cy="487561"/>
            <a:chOff x="626316" y="5373663"/>
            <a:chExt cx="4924155" cy="487561"/>
          </a:xfrm>
        </p:grpSpPr>
        <p:sp>
          <p:nvSpPr>
            <p:cNvPr id="116" name="Google Shape;116;p5"/>
            <p:cNvSpPr/>
            <p:nvPr/>
          </p:nvSpPr>
          <p:spPr>
            <a:xfrm>
              <a:off x="1247775" y="5373663"/>
              <a:ext cx="4302696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run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80547de.png" id="117" name="Google Shape;117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316" y="539650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Giving coding skills to an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90550" y="1944663"/>
            <a:ext cx="488546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It's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hard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it's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complex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, but you can have an Agent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 Crew that has the ability to write code, execute it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 a Docker container, and investigate the results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90550" y="3049563"/>
            <a:ext cx="396664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Except it's not.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66750" y="3438525"/>
            <a:ext cx="3716237" cy="1295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Agent(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allow_code_execution=</a:t>
            </a:r>
            <a:r>
              <a:rPr b="1" i="0" lang="en-US" sz="12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True</a:t>
            </a: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93" name="Google Shape;193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2" name="Google Shape;21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