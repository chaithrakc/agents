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2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2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2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2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2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2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2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2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2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2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2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2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w5d2_slide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w5d2_slide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w5d2_slide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w5d2_slide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w5d2_slide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w5d2_slide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2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AWS Strands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Very lightweight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AWS's lightweight model-driven agent SDK, open source under Apache 2.0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write tools once, swap the backing provider in a single 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Bedrock first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But we swap in gpt-5.4-mini via OpenAIModel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 since July 2025, Python SDK 1.43.0 with weekly releases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AWS Strands: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typed function plus a docstring under @tool, schema derived for you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MCPClient passed into Agent(tools=[fs]), managed lifecycle handles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a task and tools, the model plans, calls, observes, repeats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Provider swap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OpenAIModel line points at OpenAI, Ollama, Bedrock or any endpoint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swap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stream_async emits every tool call, plus OpenTelemetry traces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eye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AWS Strands: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Advantages,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6975" y="1855100"/>
            <a:ext cx="32700" cy="30729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Any provider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one-line model swap is cleaner here than almost anywhere else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Lightest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working agent with a tool is three or four lines, no graph wiring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First-class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 and A2A built on the official packages, so the idioms transfer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3669030"/>
            <a:ext cx="5510664" cy="617100"/>
            <a:chOff x="890016" y="36690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Bedrock default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bare Agent() expects AWS credentials, so always pass the model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38267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4354830"/>
            <a:ext cx="5510664" cy="617100"/>
            <a:chOff x="890016" y="43548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 cadence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roughly weekly releases drift the blog posts, so pinning is essential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Pydantic AI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framework that inspired OpenAI Agents SDK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agent framework from the team behind the Pydantic library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end-to-end type safety, you declare shapes and it validates the flow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 use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with gpt-5.4-mini, string openai-chat:gpt-5.4-mini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Beta for 1 in 2024, pinned at v1.107.0 with a v2 beta open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Pydantic AI: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9" name="Google Shape;189;p9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90" name="Google Shape;190;p9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MCPToolset via toolsets=[...], opened with async with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1" name="Google Shape;191;p9" title="plug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9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93" name="Google Shape;193;p9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await agent.run() runs the whole tool loop to a final answer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4" name="Google Shape;194;p9" title="loop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9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96" name="Google Shape;196;p9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Logfire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lines instrument every request and tool call, live in the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7" name="Google Shape;197;p9" title="fire_g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p9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Typed results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pass output_type and result.output comes back validated and typed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code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@agent.tool_plain or @agent.tool, schema from hints and docstrings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wrench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Pydantic AI: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Advantages,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63168" y="1855089"/>
            <a:ext cx="36600" cy="3429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213" name="Google Shape;213;p10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 safety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best-in-class typed outputs via a validated result.output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890016" y="2449830"/>
            <a:ext cx="5510664" cy="617100"/>
            <a:chOff x="890016" y="2449830"/>
            <a:chExt cx="5510664" cy="617100"/>
          </a:xfrm>
        </p:grpSpPr>
        <p:sp>
          <p:nvSpPr>
            <p:cNvPr id="216" name="Google Shape;216;p10"/>
            <p:cNvSpPr txBox="1"/>
            <p:nvPr/>
          </p:nvSpPr>
          <p:spPr>
            <a:xfrm>
              <a:off x="1402080" y="2449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Flexible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decorators, auto schemas, dependency injection via RunContext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890016" y="26075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0"/>
          <p:cNvGrpSpPr/>
          <p:nvPr/>
        </p:nvGrpSpPr>
        <p:grpSpPr>
          <a:xfrm>
            <a:off x="890016" y="3211830"/>
            <a:ext cx="5510664" cy="617100"/>
            <a:chOff x="890016" y="3211830"/>
            <a:chExt cx="5510664" cy="617100"/>
          </a:xfrm>
        </p:grpSpPr>
        <p:sp>
          <p:nvSpPr>
            <p:cNvPr id="219" name="Google Shape;219;p10"/>
            <p:cNvSpPr txBox="1"/>
            <p:nvPr/>
          </p:nvSpPr>
          <p:spPr>
            <a:xfrm>
              <a:off x="1402080" y="3211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deep zero-config Logfire from the same team, one configure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890016" y="33695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0"/>
          <p:cNvGrpSpPr/>
          <p:nvPr/>
        </p:nvGrpSpPr>
        <p:grpSpPr>
          <a:xfrm>
            <a:off x="890016" y="4101906"/>
            <a:ext cx="5510664" cy="617100"/>
            <a:chOff x="890016" y="4101906"/>
            <a:chExt cx="5510664" cy="617100"/>
          </a:xfrm>
        </p:grpSpPr>
        <p:sp>
          <p:nvSpPr>
            <p:cNvPr id="222" name="Google Shape;222;p10"/>
            <p:cNvSpPr txBox="1"/>
            <p:nvPr/>
          </p:nvSpPr>
          <p:spPr>
            <a:xfrm>
              <a:off x="1402080" y="4101906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No orchestration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no built-in plan or multi-agent primitive, planning is DIY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890016" y="4280390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0"/>
          <p:cNvGrpSpPr/>
          <p:nvPr/>
        </p:nvGrpSpPr>
        <p:grpSpPr>
          <a:xfrm>
            <a:off x="890016" y="5040630"/>
            <a:ext cx="5510664" cy="617100"/>
            <a:chOff x="890016" y="5040630"/>
            <a:chExt cx="5510664" cy="617100"/>
          </a:xfrm>
        </p:grpSpPr>
        <p:sp>
          <p:nvSpPr>
            <p:cNvPr id="225" name="Google Shape;225;p10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v1 versus v2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v2 beta will bring breaking changes, so pin the version or demos drift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84" name="Google Shape;284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88" name="Google Shape;288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90" name="Google Shape;290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93" name="Google Shape;293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2" name="Google Shape;312;p12" title="w5d2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