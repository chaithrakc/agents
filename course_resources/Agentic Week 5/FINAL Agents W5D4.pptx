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Roboto Slab"/>
      <p:regular r:id="rId13"/>
      <p:bold r:id="rId14"/>
    </p:embeddedFon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4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4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4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w5d4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w5d4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w5d4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w5d4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w5d4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w5d4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5d4_slide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5d4_slide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5d4_slide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4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Mastra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TypeScript-native agent framework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5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06" name="Google Shape;106;p5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agents in TS/JS, open source from the Gatsby team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09" name="Google Shape;109;p5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 trait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local dev experience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12" name="Google Shape;112;p5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Language and model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TypeScript on Node 24, model openai/gpt-5.4-mini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15" name="Google Shape;115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@mastra/core 1.42, stable since v1.0 in January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Mastra: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25" name="Google Shape;125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createTool with zod input and output schemas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6" name="Google Shape;126;p6" title="wrench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28" name="Google Shape;128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MCPClient servers map, mcp.listTools() onto the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9" name="Google Shape;129;p6" title="plug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31" name="Google Shape;131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agent.generate() runs the tool loop to completion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2" name="Google Shape;132;p6" title="loop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6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34" name="Google Shape;134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Studio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mastra dev opens a UI to watch tool calls live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5" name="Google Shape;135;p6" title="browser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6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Any model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Vercel AI SDK routes dozens of providers by string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8" name="Google Shape;138;p6" title="chip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Mastra: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Strengths and drawbacks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63168" y="1855089"/>
            <a:ext cx="36600" cy="3429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Best DX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Studio is a real, polished local debugging UI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890016" y="2449830"/>
            <a:ext cx="5510664" cy="617100"/>
            <a:chOff x="890016" y="2449830"/>
            <a:chExt cx="5510664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80" y="2449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True TypeScript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idioms reach the large JS/TS world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90016" y="26075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890016" y="3364230"/>
            <a:ext cx="5510664" cy="617100"/>
            <a:chOff x="890016" y="3364230"/>
            <a:chExt cx="5510664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80" y="3364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Model-agnostic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swap providers with a string or one-line provider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890016" y="35219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90016" y="4126230"/>
            <a:ext cx="5510664" cy="617100"/>
            <a:chOff x="890016" y="4126230"/>
            <a:chExt cx="5510664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80" y="4126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More ceremony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register agents and run via tsx or the dev server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0016" y="42839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90016" y="5040630"/>
            <a:ext cx="5510664" cy="617100"/>
            <a:chOff x="890016" y="5040630"/>
            <a:chExt cx="5510664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Fast-moving API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0.x to 1.x rename leaves old snippets wrong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90016" y="51983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Everything you learned, now in TypeScript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The same steps, now in TypeScript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8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and run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new Agent with a model, then agent.generate()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74" name="Google Shape;174;p8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Add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createTool, typed with zod instead of Pydantic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Add 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filesystem server through MCPClient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Loop with a goal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hand it the goal, the agent works the board to done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39" name="Google Shape;239;p9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43" name="Google Shape;243;p9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45" name="Google Shape;245;p9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9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48" name="Google Shape;248;p9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Mastra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67" name="Google Shape;267;p10" title="w5d4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